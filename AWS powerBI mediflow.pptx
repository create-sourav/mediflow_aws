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3" r:id="rId6"/>
    <p:sldId id="267" r:id="rId7"/>
    <p:sldId id="264" r:id="rId8"/>
    <p:sldId id="265" r:id="rId9"/>
    <p:sldId id="268" r:id="rId10"/>
    <p:sldId id="266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7:15:30.9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0,'41'2,"53"9,26 2,548-11,-341-4,387 2,-675 2,55 10,31 1,308-13,-206-1,-208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7:15:33.2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0 133,'1'-2,"-1"0,0 0,1 0,-1 0,1 0,0 0,0 0,0 0,0 0,0 1,0-1,0 0,1 1,-1-1,0 1,1-1,-1 1,1 0,0-1,-1 1,1 0,0 0,0 0,0 1,0-1,0 0,0 1,0-1,2 1,9-4,0 2,1 0,16 0,-22 2,21-2,0-1,0-1,36-9,-21 3,2 2,-1 2,1 2,66 3,12-1,-6-11,20 0,649 12,-380 3,710-2,-1111 0,1 0,0 0,-1 1,1 0,-1 0,1 0,8 4,6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7:15:35.8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84,'-5'-27,"4"26,1 0,-1 0,0 0,1 0,0 0,-1-1,1 1,0 0,-1 0,1 0,0-1,0 1,0 0,0 0,0-1,1 1,-1 0,0 0,0-1,1 1,-1 0,1 0,-1 0,1 0,0 0,-1 0,1 0,0 0,0 0,-1 0,1 0,0 0,0 0,0 1,0-1,0 0,0 1,1-1,-1 0,0 1,0 0,0-1,0 1,1 0,-1-1,2 1,23-5,0 2,0 0,0 1,0 2,26 3,2-1,1713 1,-979-5,-757 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5:24.1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 0,'3720'0'0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5:11.8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 0,'2907'0'0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7:51.0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2312 1 0,'-2312'378'0,"6936"-378"0,-6936-378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18:47.1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 0,'3117'0'0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18:51.4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0 263 0,'3745'-262'0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8:53.8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0 109,'1'-1,"0"-1,0 0,0 1,0-1,0 1,0-1,0 1,1 0,-1 0,1-1,-1 1,1 0,-1 0,1 0,0 0,3-1,6-4,4-4,0 0,0 1,1 1,1 1,-1 0,1 1,0 1,0 1,1 0,23-2,21 2,102 5,-69 2,1315-2,-721-2,-660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8:55.80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0 186,'0'-2,"1"1,-1-1,0 0,1 1,0-1,-1 1,1-1,0 1,-1-1,1 1,0 0,0-1,0 1,1 0,-1 0,0-1,0 1,1 0,-1 0,0 1,1-1,-1 0,3-1,41-14,-33 12,30-9,0 1,0 2,1 3,1 0,44 1,-69 4,0 0,-1-1,1-1,27-10,-24 7,0 1,40-5,135 8,-137 5,1-2,66-10,-9-3,235 8,-194 7,1220-2,-1346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46.9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48,'0'-1,"0"1,1-1,-1 0,0 0,1 1,-1-1,1 0,-1 1,1-1,-1 1,1-1,0 1,-1-1,1 1,0-1,-1 1,1-1,0 1,0 0,-1-1,1 1,0 0,0 0,-1 0,2-1,24-3,-22 3,189-18,-77 10,152 7,-122 4,33 10,2 0,-160-11,-1 2,0 0,0 1,23 7,-19-4,0-1,33 3,274-6,-171-5,70 2,-201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19:29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0,'3163'69'0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30.8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0,'614'0,"-545"3,89 16,2 0,366-12,-300-9,789 2,-980 2,49 8,27 1,217-11,-316 1,0 0,0 1,0 1,-1 0,22 8,14 4,-20-9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32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49,'0'-2,"0"0,1 0,-1 0,1 0,-1 0,1 0,0 0,0 0,0 0,0 1,0-1,0 0,0 0,1 1,-1-1,1 1,-1 0,1-1,-1 1,1 0,0 0,0 0,0 0,-1 0,1 0,0 1,0-1,0 1,0-1,0 1,3-1,11-1,-1 0,0 2,20 0,-18 0,2648 2,-2640-2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33.8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1,'0'1,"0"0,1 0,-1 0,1-1,-1 1,1 0,-1 0,1 0,0 0,-1-1,1 1,0 0,0-1,0 1,0-1,-1 1,1-1,0 1,0-1,0 1,0-1,0 0,0 0,0 1,0-1,2 0,33 4,-31-4,352 5,-198-7,2431 2,-2562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37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0,'757'0,"-736"1,-1 2,1 0,-1 1,23 8,-19-5,0-2,34 5,273-7,-171-5,20 14,4 0,-159-11,0 1,0 2,43 11,-15-3,-21-6,1-2,62-1,-67-4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19:53.4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25,'935'0,"-800"-12,-8 1,727 9,-413 4,644-2,-1056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00.1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0 212,'5'-1,"-1"0,0 0,0-1,0 1,0-1,0 0,-1 0,1-1,6-4,11-7,-5 7,0 1,0 0,1 1,0 1,0 1,34-3,110 7,-74 1,3189 1,-1649-5,-1566 2,352-14,88 2,-306 15,1445-3,-1609-2,0-1,-1-2,33-9,-29 6,1 2,40-3,112 8,-95 2,129-14,-186 9,-4 0,0-1,36-10,-35 6,0 2,0 1,59-3,102 10,-74 1,1149-2,-1241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14.9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0,'1313'0,"-1298"1,0 1,0 0,0 1,-1 1,18 7,-14-5,-1-1,0-1,24 3,267-3,-158-7,-83 3,-38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20:20.6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0,'3141'70'0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20:26.6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 0,'2010'0'0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36.9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49,'2292'0,"-2271"-1,0-2,0 0,-1-1,25-9,-21 6,1 1,29-3,-26 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39.6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0,'0'2,"1"0,-1-1,0 1,1 0,-1-1,1 1,0-1,0 1,-1 0,1-1,0 0,0 1,0-1,1 0,-1 1,0-1,0 0,1 0,-1 0,1 0,-1 0,1 0,-1-1,1 1,-1 0,1-1,0 1,1-1,8 3,-1-1,1 0,13 1,-19-3,287 3,-151-5,1240 2,-1356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41.0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26,'0'-1,"0"0,1 0,-1 0,0 0,1 1,-1-1,1 0,-1 0,1 1,-1-1,1 0,-1 1,1-1,0 0,-1 1,1-1,0 1,0-1,-1 1,1 0,0-1,0 1,0 0,0-1,-1 1,1 0,2 0,29-5,-27 5,323-4,-181 6,1696-2,-1818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7T08:20:42.3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73,'0'-3,"0"0,0 0,1 1,-1-1,1 0,0 0,0 1,0-1,0 0,0 1,0-1,1 1,-1-1,1 1,0 0,0 0,0 0,0 0,0 0,0 0,0 0,1 1,-1-1,1 1,-1-1,1 1,-1 0,1 0,0 0,0 1,3-2,11 0,0-1,-1 2,1 0,21 2,-18-1,1562 4,-974-5,-581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3249-47A5-54C6-6CE0-68691DF83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28952-E689-06A7-C001-9B84A2AF2B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97259-7E8B-601C-011E-03D2F4A4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40AA5-9C4D-89A3-4632-5236C59F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DBB86-5F17-8552-5115-EBE9BB90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07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6812-C022-1357-544F-F1A832EC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B0E46-294E-2DF6-99B9-2F6D6CACD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2357D-2CED-EA6A-0173-9DD90644C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43825-B975-9B8E-B86C-B01D99A1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F4996-29D3-4DEB-9838-969F7DF1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77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BE61-1592-2811-A263-704D9B37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386B-F5DE-8B6A-2C1C-870578EDA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C708-5E2D-0580-7E6D-CE1CEF4D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C58DC-0DCA-B1D7-C2FD-A52DA6031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8C7D2-2B43-8E79-7333-11C24812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3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6C42-8964-46CD-63CB-FBF0B0C31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755C-A8A8-E49A-1562-B3C418951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B00B3-8775-E26D-B462-C946C0CC4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CCC17-2EDA-9B73-45F5-1198EBE4C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C42EC-2C7C-4444-ED4B-C74288EE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12CD0-2AF1-37DE-BE40-562379FE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02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5BDD-1561-6FBC-22EF-7C989D041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3AA86-E050-03DE-422A-DB1FAA93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0004A-2EF2-BF70-F08D-C04725AFE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21B7F-C1A9-623E-3B78-7FF4A9DC2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7A851-5553-7447-9E73-0B499ABA3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0D717-1E90-09EC-E4C4-67075F495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7BEB7-F277-39EA-9E75-8CCB35CE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27343-7B1F-C29F-707B-CAD5681D5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3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DC08-19A9-09CA-C796-8CD23EB46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E02D3-D55A-4591-0BB1-D16A5188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85953-8FBD-3365-58CA-9476B64E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36F78-17E5-2DE0-9BC4-9CEF2E95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17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92F79-9A19-0ABA-3F11-80D773E9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49E9FF-DA67-E0C1-2036-5602FFDC2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93102-1C7A-880C-8763-70C6C358F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55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51C7-DC83-6093-52BC-8FB563C1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CB83-F27C-6C6F-C119-876CA088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A6F4B-E378-8CAF-7A56-D7F1F3166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4682E-605B-AF19-7236-863697FBA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162CC-8C24-0F00-680E-5351052E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BF4A9-868C-77C6-5312-6F374DD3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78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0518-DA1B-8444-D4DB-754A69A5C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5E7994-2EAE-66E9-0205-5F4818286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80888-DD08-6938-67F9-3153822B2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18092-08BF-86FA-F67E-5FB4A9749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74102-C24D-0C27-7AAB-23ABE185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78B61-B4E1-C174-D3A7-42C00210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65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3001C-20F7-E0C2-C808-7993B023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D0409-47B2-2281-FF86-D3C6513C4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812D9-1BF9-FEDC-1B66-869FA14C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A05CF-F339-A0B0-A956-9C7FA127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19720-4274-5AA7-7658-29575917C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746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B8F47-F77B-9B67-1D70-3A98CB4ED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9347B-DD8C-BCE4-DB67-5DE1FAEA0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B16CE-2DBC-D874-4A9E-DBAB4ABD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AD940-471D-CF7C-80F3-42C7B955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BCD7-A410-5ACB-323A-1ECC5B0D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48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2054C-0E87-AAE0-DE55-FBACC2C1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897C6-8B03-D3D1-9F5B-3C3A33BCF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8D5A-14EE-670F-78FE-38B68DE322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E94D-6B50-47AA-A9A5-596A9B016F57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A440A-4FBB-3D9F-0151-895299F43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8DC74-9E56-0F44-0A70-7008B4A59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4B7D1-8B2F-421E-8E06-DF04C365FC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8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customXml" Target="../ink/ink18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21.xml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ACB98A-DD95-C748-99A2-1CD254EA8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94"/>
          <a:stretch>
            <a:fillRect/>
          </a:stretch>
        </p:blipFill>
        <p:spPr>
          <a:xfrm>
            <a:off x="167744" y="1536569"/>
            <a:ext cx="11856514" cy="525073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1FD0F2-91E2-92D2-76B5-C29A2FDDAEBB}"/>
                  </a:ext>
                </a:extLst>
              </p14:cNvPr>
              <p14:cNvContentPartPr/>
              <p14:nvPr/>
            </p14:nvContentPartPr>
            <p14:xfrm>
              <a:off x="2582952" y="4308105"/>
              <a:ext cx="1044360" cy="1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1FD0F2-91E2-92D2-76B5-C29A2FDDA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8952" y="4200105"/>
                <a:ext cx="1152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1970A36-D9C2-4C81-1FD1-F1703801C1E0}"/>
                  </a:ext>
                </a:extLst>
              </p14:cNvPr>
              <p14:cNvContentPartPr/>
              <p14:nvPr/>
            </p14:nvContentPartPr>
            <p14:xfrm>
              <a:off x="2592312" y="4580625"/>
              <a:ext cx="1202040" cy="4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1970A36-D9C2-4C81-1FD1-F1703801C1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8312" y="4472985"/>
                <a:ext cx="13096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10A442-C3CD-4E8E-6949-99F13881EB86}"/>
                  </a:ext>
                </a:extLst>
              </p14:cNvPr>
              <p14:cNvContentPartPr/>
              <p14:nvPr/>
            </p14:nvContentPartPr>
            <p14:xfrm>
              <a:off x="2683392" y="4880865"/>
              <a:ext cx="1026360" cy="3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10A442-C3CD-4E8E-6949-99F13881EB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29392" y="4772865"/>
                <a:ext cx="1134000" cy="2462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E181A4F-0B5F-8356-462F-EF98FFFBCE7E}"/>
              </a:ext>
            </a:extLst>
          </p:cNvPr>
          <p:cNvSpPr txBox="1"/>
          <p:nvPr/>
        </p:nvSpPr>
        <p:spPr>
          <a:xfrm>
            <a:off x="3948546" y="556954"/>
            <a:ext cx="45204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Mediflow</a:t>
            </a:r>
            <a:r>
              <a:rPr lang="en-US" sz="2400" b="1" dirty="0"/>
              <a:t> project S3 bucket folder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90961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D656B-E9B6-DCB9-F832-48ECB3EA4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75" y="1576076"/>
            <a:ext cx="11430000" cy="480809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67BCB-6143-3B99-48EB-534034AF9D12}"/>
              </a:ext>
            </a:extLst>
          </p:cNvPr>
          <p:cNvSpPr txBox="1"/>
          <p:nvPr/>
        </p:nvSpPr>
        <p:spPr>
          <a:xfrm>
            <a:off x="4729941" y="399011"/>
            <a:ext cx="209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Athena</a:t>
            </a:r>
            <a:r>
              <a:rPr lang="en-US" sz="2400" dirty="0"/>
              <a:t> </a:t>
            </a:r>
            <a:r>
              <a:rPr lang="en-US" sz="2400" b="1" dirty="0"/>
              <a:t>Results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1512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C4C31F4F-1CC1-2A6E-B929-9643F705E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5" b="19233"/>
          <a:stretch>
            <a:fillRect/>
          </a:stretch>
        </p:blipFill>
        <p:spPr>
          <a:xfrm>
            <a:off x="-6169" y="1018095"/>
            <a:ext cx="12198169" cy="534499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7425C5-F96D-2D09-4C18-951DF7DEE2EA}"/>
                  </a:ext>
                </a:extLst>
              </p14:cNvPr>
              <p14:cNvContentPartPr/>
              <p14:nvPr/>
            </p14:nvContentPartPr>
            <p14:xfrm>
              <a:off x="2507352" y="3873945"/>
              <a:ext cx="1339560" cy="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7425C5-F96D-2D09-4C18-951DF7DEE2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53352" y="3657945"/>
                <a:ext cx="144720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31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2DCF46-D8CC-AE84-E5A5-29DC6BC41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77" y="1291472"/>
            <a:ext cx="12233289" cy="525073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E730CA9-5505-20A3-6590-D1AE86CAC865}"/>
                  </a:ext>
                </a:extLst>
              </p14:cNvPr>
              <p14:cNvContentPartPr/>
              <p14:nvPr/>
            </p14:nvContentPartPr>
            <p14:xfrm>
              <a:off x="1725072" y="3233145"/>
              <a:ext cx="1046520" cy="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E730CA9-5505-20A3-6590-D1AE86CAC8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1072" y="3017145"/>
                <a:ext cx="115416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F1CD920-C22C-AB12-FBEC-F2A39555BCC7}"/>
              </a:ext>
            </a:extLst>
          </p:cNvPr>
          <p:cNvSpPr txBox="1"/>
          <p:nvPr/>
        </p:nvSpPr>
        <p:spPr>
          <a:xfrm>
            <a:off x="3925053" y="523702"/>
            <a:ext cx="5832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Database generation for storing the schema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8558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429859-3924-92F4-9955-B4C1FF367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24"/>
          <a:stretch>
            <a:fillRect/>
          </a:stretch>
        </p:blipFill>
        <p:spPr>
          <a:xfrm>
            <a:off x="358217" y="3174637"/>
            <a:ext cx="11170763" cy="3593161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667754-356E-33C0-7299-C2738E8AA9AE}"/>
                  </a:ext>
                </a:extLst>
              </p14:cNvPr>
              <p14:cNvContentPartPr/>
              <p14:nvPr/>
            </p14:nvContentPartPr>
            <p14:xfrm>
              <a:off x="8999447" y="5536206"/>
              <a:ext cx="1665000" cy="136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667754-356E-33C0-7299-C2738E8AA9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45447" y="5428566"/>
                <a:ext cx="1772640" cy="3520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932F370-BF93-7A2A-C767-59E19FFD52F8}"/>
              </a:ext>
            </a:extLst>
          </p:cNvPr>
          <p:cNvSpPr txBox="1"/>
          <p:nvPr/>
        </p:nvSpPr>
        <p:spPr>
          <a:xfrm>
            <a:off x="4110086" y="90202"/>
            <a:ext cx="3239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AWS Glue Crawler run </a:t>
            </a:r>
            <a:endParaRPr lang="en-IN" sz="2400" b="1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92B3DD46-E950-029A-91B0-C60D9E82EF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90"/>
          <a:stretch>
            <a:fillRect/>
          </a:stretch>
        </p:blipFill>
        <p:spPr>
          <a:xfrm>
            <a:off x="1152201" y="1167110"/>
            <a:ext cx="9154890" cy="20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5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41F5A-FD5B-1B65-BDD4-096A72D43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0" y="1246025"/>
            <a:ext cx="12077379" cy="506219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6530C3-70D5-2D62-BBFF-5C3F70EB7CD7}"/>
              </a:ext>
            </a:extLst>
          </p:cNvPr>
          <p:cNvSpPr txBox="1"/>
          <p:nvPr/>
        </p:nvSpPr>
        <p:spPr>
          <a:xfrm>
            <a:off x="4242062" y="413102"/>
            <a:ext cx="314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Athena Query Platform</a:t>
            </a:r>
            <a:endParaRPr lang="en-IN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5AD5185-D130-C54E-FCFD-C6647F118E32}"/>
                  </a:ext>
                </a:extLst>
              </p14:cNvPr>
              <p14:cNvContentPartPr/>
              <p14:nvPr/>
            </p14:nvContentPartPr>
            <p14:xfrm>
              <a:off x="442752" y="4967625"/>
              <a:ext cx="1122480" cy="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5AD5185-D130-C54E-FCFD-C6647F118E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112" y="4751625"/>
                <a:ext cx="12301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3DB17C-E977-F2C4-89C2-63626A121C1A}"/>
                  </a:ext>
                </a:extLst>
              </p14:cNvPr>
              <p14:cNvContentPartPr/>
              <p14:nvPr/>
            </p14:nvContentPartPr>
            <p14:xfrm>
              <a:off x="452472" y="5118465"/>
              <a:ext cx="1348560" cy="946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3DB17C-E977-F2C4-89C2-63626A121C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472" y="5010825"/>
                <a:ext cx="14562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20AE8AD-64B2-F636-7FD8-5E31E0B36207}"/>
                  </a:ext>
                </a:extLst>
              </p14:cNvPr>
              <p14:cNvContentPartPr/>
              <p14:nvPr/>
            </p14:nvContentPartPr>
            <p14:xfrm>
              <a:off x="443112" y="5352825"/>
              <a:ext cx="968760" cy="39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20AE8AD-64B2-F636-7FD8-5E31E0B362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9112" y="5244825"/>
                <a:ext cx="10764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BD34CC-0374-FE9E-48B0-4F9CFE81622A}"/>
                  </a:ext>
                </a:extLst>
              </p14:cNvPr>
              <p14:cNvContentPartPr/>
              <p14:nvPr/>
            </p14:nvContentPartPr>
            <p14:xfrm>
              <a:off x="424392" y="5617425"/>
              <a:ext cx="1115280" cy="66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BD34CC-0374-FE9E-48B0-4F9CFE8162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0392" y="5509785"/>
                <a:ext cx="12229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3678B9-4A4D-EEC1-7CEC-CFAE8FAA3CC1}"/>
                  </a:ext>
                </a:extLst>
              </p14:cNvPr>
              <p14:cNvContentPartPr/>
              <p14:nvPr/>
            </p14:nvContentPartPr>
            <p14:xfrm>
              <a:off x="224149" y="3399284"/>
              <a:ext cx="759240" cy="266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3678B9-4A4D-EEC1-7CEC-CFAE8FAA3C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0509" y="3291284"/>
                <a:ext cx="866880" cy="2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308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8B544B-2F5F-30BF-A2B7-81CDBA41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7" y="1216056"/>
            <a:ext cx="12066466" cy="531852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31E6FA-51E5-0B69-5BE1-6A43DE3AC17A}"/>
              </a:ext>
            </a:extLst>
          </p:cNvPr>
          <p:cNvSpPr txBox="1"/>
          <p:nvPr/>
        </p:nvSpPr>
        <p:spPr>
          <a:xfrm>
            <a:off x="4242062" y="413102"/>
            <a:ext cx="314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Athena Query Platform</a:t>
            </a:r>
            <a:endParaRPr lang="en-IN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7D3F1A7-A623-595D-5B3A-EF7A94A31457}"/>
                  </a:ext>
                </a:extLst>
              </p14:cNvPr>
              <p14:cNvContentPartPr/>
              <p14:nvPr/>
            </p14:nvContentPartPr>
            <p14:xfrm>
              <a:off x="290749" y="4846124"/>
              <a:ext cx="1139040" cy="25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7D3F1A7-A623-595D-5B3A-EF7A94A314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749" y="4738124"/>
                <a:ext cx="124668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2CBF96-272E-9480-E9AB-09FFAB74780A}"/>
                  </a:ext>
                </a:extLst>
              </p14:cNvPr>
              <p14:cNvContentPartPr/>
              <p14:nvPr/>
            </p14:nvContentPartPr>
            <p14:xfrm>
              <a:off x="365629" y="5062484"/>
              <a:ext cx="1257480" cy="40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2CBF96-272E-9480-E9AB-09FFAB74780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989" y="4954484"/>
                <a:ext cx="13651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10379B-70B7-69A4-F03C-4CE7FF828FDD}"/>
                  </a:ext>
                </a:extLst>
              </p14:cNvPr>
              <p14:cNvContentPartPr/>
              <p14:nvPr/>
            </p14:nvContentPartPr>
            <p14:xfrm>
              <a:off x="349069" y="5294324"/>
              <a:ext cx="1020600" cy="176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10379B-70B7-69A4-F03C-4CE7FF828F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429" y="5186684"/>
                <a:ext cx="11282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B525D1-29CC-BF96-6B08-3FC018797FFC}"/>
                  </a:ext>
                </a:extLst>
              </p14:cNvPr>
              <p14:cNvContentPartPr/>
              <p14:nvPr/>
            </p14:nvContentPartPr>
            <p14:xfrm>
              <a:off x="365629" y="5527604"/>
              <a:ext cx="1151640" cy="9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B525D1-29CC-BF96-6B08-3FC018797FF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1989" y="5419964"/>
                <a:ext cx="12592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E1DE52C-3028-B93D-18D3-F456A69D99D8}"/>
                  </a:ext>
                </a:extLst>
              </p14:cNvPr>
              <p14:cNvContentPartPr/>
              <p14:nvPr/>
            </p14:nvContentPartPr>
            <p14:xfrm>
              <a:off x="249349" y="3200564"/>
              <a:ext cx="802440" cy="42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E1DE52C-3028-B93D-18D3-F456A69D99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5709" y="3092564"/>
                <a:ext cx="910080" cy="25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059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0ABC138-48B7-8F2E-9562-25B5B9D28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7715"/>
            <a:ext cx="10515600" cy="446877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4BA973-345D-973E-C252-1898C0575D7B}"/>
              </a:ext>
            </a:extLst>
          </p:cNvPr>
          <p:cNvSpPr txBox="1"/>
          <p:nvPr/>
        </p:nvSpPr>
        <p:spPr>
          <a:xfrm>
            <a:off x="2837469" y="367646"/>
            <a:ext cx="69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IAM access Key generation for ODBC connection </a:t>
            </a:r>
            <a:endParaRPr lang="en-IN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A20EDE-B993-3145-479D-2FB04C212AFD}"/>
                  </a:ext>
                </a:extLst>
              </p14:cNvPr>
              <p14:cNvContentPartPr/>
              <p14:nvPr/>
            </p14:nvContentPartPr>
            <p14:xfrm>
              <a:off x="3466309" y="5809844"/>
              <a:ext cx="1298520" cy="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A20EDE-B993-3145-479D-2FB04C212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2309" y="5701844"/>
                <a:ext cx="1406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D20A89-1596-FA66-5B33-230BCA32CC62}"/>
                  </a:ext>
                </a:extLst>
              </p14:cNvPr>
              <p14:cNvContentPartPr/>
              <p14:nvPr/>
            </p14:nvContentPartPr>
            <p14:xfrm>
              <a:off x="6533869" y="5825684"/>
              <a:ext cx="3936960" cy="76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D20A89-1596-FA66-5B33-230BCA32CC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79869" y="5718044"/>
                <a:ext cx="4044600" cy="2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88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72636-1D57-56C0-C1AB-8050D187F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0851" y="2311490"/>
            <a:ext cx="299398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A5A1D7-BEC7-9CC4-8D78-FA441886CB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6" t="251" r="3839" b="9629"/>
          <a:stretch>
            <a:fillRect/>
          </a:stretch>
        </p:blipFill>
        <p:spPr>
          <a:xfrm>
            <a:off x="6054985" y="2881865"/>
            <a:ext cx="2825168" cy="3896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DAF1EB-A3BE-8D20-472D-1BECE5A74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682"/>
            <a:ext cx="3579716" cy="2712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C61894-707D-028E-2D43-FFD4825DA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23" y="169682"/>
            <a:ext cx="3673246" cy="2756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FCD8AF-4E73-950D-B77A-F458BFD5D31C}"/>
              </a:ext>
            </a:extLst>
          </p:cNvPr>
          <p:cNvSpPr txBox="1"/>
          <p:nvPr/>
        </p:nvSpPr>
        <p:spPr>
          <a:xfrm>
            <a:off x="1029879" y="4302493"/>
            <a:ext cx="3363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ODBC Connection Steps </a:t>
            </a:r>
            <a:endParaRPr lang="en-IN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3DFDAC-8768-AE8E-FD29-1B17F63B846A}"/>
                  </a:ext>
                </a:extLst>
              </p14:cNvPr>
              <p14:cNvContentPartPr/>
              <p14:nvPr/>
            </p14:nvContentPartPr>
            <p14:xfrm>
              <a:off x="7132189" y="4172924"/>
              <a:ext cx="744120" cy="17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3DFDAC-8768-AE8E-FD29-1B17F63B84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8549" y="4064924"/>
                <a:ext cx="8517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73770E2-77BB-4F22-46A8-7B9276E9AB5F}"/>
                  </a:ext>
                </a:extLst>
              </p14:cNvPr>
              <p14:cNvContentPartPr/>
              <p14:nvPr/>
            </p14:nvContentPartPr>
            <p14:xfrm>
              <a:off x="7065589" y="3781964"/>
              <a:ext cx="1131120" cy="25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73770E2-77BB-4F22-46A8-7B9276E9AB5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11589" y="3673964"/>
                <a:ext cx="12387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FFC2774-6C01-33A8-EBD5-CF9E2B81EB3C}"/>
                  </a:ext>
                </a:extLst>
              </p14:cNvPr>
              <p14:cNvContentPartPr/>
              <p14:nvPr/>
            </p14:nvContentPartPr>
            <p14:xfrm>
              <a:off x="10249429" y="3058724"/>
              <a:ext cx="723960" cy="7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FFC2774-6C01-33A8-EBD5-CF9E2B81EB3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95429" y="2842724"/>
                <a:ext cx="83160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68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BB463-0F23-5F66-6269-1615ABECC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75" y="1807587"/>
            <a:ext cx="5040196" cy="3990706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702D76-91B9-C8DE-88C3-CDFDF2D47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87" y="1807587"/>
            <a:ext cx="6489775" cy="3678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79A5EB-8045-42D5-33ED-FD1124F16712}"/>
              </a:ext>
            </a:extLst>
          </p:cNvPr>
          <p:cNvSpPr txBox="1"/>
          <p:nvPr/>
        </p:nvSpPr>
        <p:spPr>
          <a:xfrm>
            <a:off x="3478491" y="471341"/>
            <a:ext cx="4983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Power BI Schema Formation of Tables</a:t>
            </a:r>
            <a:endParaRPr lang="en-IN" sz="24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B8094F-1D51-A414-DA1C-DE51224C874D}"/>
                  </a:ext>
                </a:extLst>
              </p14:cNvPr>
              <p14:cNvContentPartPr/>
              <p14:nvPr/>
            </p14:nvContentPartPr>
            <p14:xfrm>
              <a:off x="947749" y="3290924"/>
              <a:ext cx="918720" cy="17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B8094F-1D51-A414-DA1C-DE51224C87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3749" y="3183284"/>
                <a:ext cx="10263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5C5271C-A9EB-B10F-F764-DC60BA4BE968}"/>
                  </a:ext>
                </a:extLst>
              </p14:cNvPr>
              <p14:cNvContentPartPr/>
              <p14:nvPr/>
            </p14:nvContentPartPr>
            <p14:xfrm>
              <a:off x="972589" y="3516284"/>
              <a:ext cx="696240" cy="17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5C5271C-A9EB-B10F-F764-DC60BA4BE9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589" y="3408284"/>
                <a:ext cx="8038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D39325-3D3B-4D56-737B-69BBC8EB673D}"/>
                  </a:ext>
                </a:extLst>
              </p14:cNvPr>
              <p14:cNvContentPartPr/>
              <p14:nvPr/>
            </p14:nvContentPartPr>
            <p14:xfrm>
              <a:off x="972589" y="3673244"/>
              <a:ext cx="864000" cy="9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D39325-3D3B-4D56-737B-69BBC8EB67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8589" y="3565604"/>
                <a:ext cx="9716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20DB99-4D5D-7F67-1C3B-E16A7F4E4F67}"/>
                  </a:ext>
                </a:extLst>
              </p14:cNvPr>
              <p14:cNvContentPartPr/>
              <p14:nvPr/>
            </p14:nvContentPartPr>
            <p14:xfrm>
              <a:off x="980509" y="3847484"/>
              <a:ext cx="864000" cy="26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20DB99-4D5D-7F67-1C3B-E16A7F4E4F6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6869" y="3739484"/>
                <a:ext cx="971640" cy="24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373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63D4-9B4D-3235-0F93-F1323712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EFC0-9502-4D5C-1B04-02C94EB84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ED3C2-383C-3491-B078-28700F495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07" y="94784"/>
            <a:ext cx="11717385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03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6195-E770-5912-B1D2-2C4D955F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087D-6088-95B5-4EAD-88E8EC5F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BB93C8-66F5-5CA9-EB9E-CEBCBBBDA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2" y="90021"/>
            <a:ext cx="11641175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07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0C99-172F-8383-EFB4-7D63C0A7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D43D0-811A-4251-0193-68DCE6690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C9D5C-AA73-C70C-3E05-7424A022A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2" y="104311"/>
            <a:ext cx="11612596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5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39</Words>
  <Application>Microsoft Office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Mondal</dc:creator>
  <cp:lastModifiedBy>Sourav Mondal</cp:lastModifiedBy>
  <cp:revision>2</cp:revision>
  <dcterms:created xsi:type="dcterms:W3CDTF">2026-01-21T12:12:23Z</dcterms:created>
  <dcterms:modified xsi:type="dcterms:W3CDTF">2026-01-27T08:24:37Z</dcterms:modified>
</cp:coreProperties>
</file>